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HHVVTxubE1koCgV6D7mHLYKyj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5b2b5e3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d5b2b5e3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2bdd7e3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"Cybersecurity is the practice of protecting systems, networks, and data from digital attacks. This is a crucial field in today's world, where almost every aspect of our lives involves some form of digital interaction—whether it's sending emails, managing finances, or protecting critical infrastructure.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The goals of cybersecurity are often summarized by something called the CIA Triad. Let’s break it down: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Confidentiality</a:t>
            </a:r>
            <a:r>
              <a:rPr lang="en-US" sz="1100"/>
              <a:t> ensures that sensitive information is only accessible to those who are authorized to see it. Think of it as protecting secrets.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Integrity</a:t>
            </a:r>
            <a:r>
              <a:rPr lang="en-US" sz="1100"/>
              <a:t> ensures that data remains accurate and trustworthy, meaning no unauthorized changes can go unnoticed or uncorrected.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Availability</a:t>
            </a:r>
            <a:r>
              <a:rPr lang="en-US" sz="1100"/>
              <a:t> ensures that systems and data are accessible when needed. This prevents downtime or denial-of-service attacks from disrupting operations.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Why is this important? Cybersecurity safeguards not just personal data but also organizational and even national data. Imagine the impact of a hospital's systems being hacked, a financial institution's customer records being stolen, or a government database being compromised.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By practicing good cybersecurity habits, we help protect ourselves, our communities, and our countries from the ever-growing range of digital threats."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22bdd7e3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2bdd7e32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"Now that we understand the importance of cybersecurity, let’s dive deeper into what we’re protecting systems and data </a:t>
            </a:r>
            <a:r>
              <a:rPr i="1" lang="en-US" sz="1100"/>
              <a:t>from.</a:t>
            </a:r>
            <a:r>
              <a:rPr lang="en-US" sz="1100"/>
              <a:t> This comes down to two key concepts: </a:t>
            </a:r>
            <a:r>
              <a:rPr b="1" lang="en-US" sz="1100"/>
              <a:t>threats</a:t>
            </a:r>
            <a:r>
              <a:rPr lang="en-US" sz="1100"/>
              <a:t> and </a:t>
            </a:r>
            <a:r>
              <a:rPr b="1" lang="en-US" sz="1100"/>
              <a:t>vulnerabilities.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Threats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A </a:t>
            </a:r>
            <a:r>
              <a:rPr b="1" lang="en-US" sz="1100"/>
              <a:t>threat</a:t>
            </a:r>
            <a:r>
              <a:rPr lang="en-US" sz="1100"/>
              <a:t> is anything that can exploit a vulnerability to cause harm. Threats can be external or internal and range from individuals to malicious software. Here are a few common examples: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Phishing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Cybercriminals disguise themselves as trusted entities, often through emails or messages, to trick users into sharing sensitive information like passwords or credit card numbers.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You receive an email claiming to be from your bank asking you to reset your password. Clicking the link leads to a fake website designed to steal your credentials.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Malware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Malicious software designed to damage systems, steal data, or cause disruptions. This includes viruses, worms, trojans, and spyware.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Downloading an attachment from an untrusted source installs a virus that corrupts your files.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Insider Threats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This occurs when someone within an organization misuses their access to harm the company.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An employee intentionally leaks sensitive client information to competitors.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Ransomware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A type of malware that locks or encrypts your data, demanding a ransom for its release.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A hospital's patient records are encrypted by attackers who demand payment to unlock them, disrupting care.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Social Engineering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Attackers manipulate people into revealing confidential information, often through psychological tactics like fake phone calls or spoofed websites.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An attacker pretending to be IT support tricks someone into sharing their system login credentials.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Vulnerabilities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A </a:t>
            </a:r>
            <a:r>
              <a:rPr b="1" lang="en-US" sz="1100"/>
              <a:t>vulnerability</a:t>
            </a:r>
            <a:r>
              <a:rPr lang="en-US" sz="1100"/>
              <a:t> is a weakness in a system or process that can be exploited by threats. Without addressing these, systems become easy targets. Here are some common vulnerabilities: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Weak Passwords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Using easily guessed passwords, like '123456' or 'password,' provides an open door to attackers.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An attacker guesses a weak password to gain access to an email account.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1100"/>
              <a:t>Unpatched Software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Software that hasn’t been updated with the latest security patches often contains known bugs or weaknesses.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US" sz="1100"/>
              <a:t>Example</a:t>
            </a:r>
            <a:r>
              <a:rPr lang="en-US" sz="1100"/>
              <a:t>: A company using outdated software is targeted with an exploit that has already been fixed in a newer version.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Putting It Together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Threats exploit vulnerabilities to cause harm, which is why identifying and addressing these weaknesses is a cornerstone of cybersecurity.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US" sz="1100"/>
              <a:t>Interactive Question for Participants</a:t>
            </a:r>
            <a:r>
              <a:rPr lang="en-US" sz="1100"/>
              <a:t>:</a:t>
            </a:r>
            <a:br>
              <a:rPr lang="en-US" sz="1100"/>
            </a:br>
            <a:r>
              <a:rPr lang="en-US" sz="1100"/>
              <a:t>'Think about your own digital habits. Can you identify a threat or vulnerability you might have encountered? How would you address it?'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By being aware of both threats and vulnerabilities, we take the first step toward creating stronger defenses."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900"/>
          </a:p>
        </p:txBody>
      </p:sp>
      <p:sp>
        <p:nvSpPr>
          <p:cNvPr id="163" name="Google Shape;163;g322bdd7e32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2bdd7e328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Popular Roles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Security Analyst</a:t>
            </a:r>
            <a:r>
              <a:rPr lang="en-US" sz="1100"/>
              <a:t>: Monitors systems for suspicious activity and vulnerabilities.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Penetration Tester</a:t>
            </a:r>
            <a:r>
              <a:rPr lang="en-US" sz="1100"/>
              <a:t>: Simulates cyberattacks to identify security gaps.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Incident Responder</a:t>
            </a:r>
            <a:r>
              <a:rPr lang="en-US" sz="1100"/>
              <a:t>: Manages and mitigates security breaches.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Security Architect</a:t>
            </a:r>
            <a:r>
              <a:rPr lang="en-US" sz="1100"/>
              <a:t>: Designs and implements secure systems and protocols.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Skills Needed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Networking</a:t>
            </a:r>
            <a:r>
              <a:rPr lang="en-US" sz="1100"/>
              <a:t>: Understanding network protocols, firewalls, and intrusion detection systems is fundamental.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Programming</a:t>
            </a:r>
            <a:r>
              <a:rPr lang="en-US" sz="1100"/>
              <a:t>: Languages like Python, Java, or C are useful for automation and scripting.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Problem-Solving</a:t>
            </a:r>
            <a:r>
              <a:rPr lang="en-US" sz="1100"/>
              <a:t>: Essential for troubleshooting security issues and devising solutions.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Career Benefits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High Demand</a:t>
            </a:r>
            <a:r>
              <a:rPr lang="en-US" sz="1100"/>
              <a:t>: Cybersecurity professionals are essential across industries.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Competitive Salaries</a:t>
            </a:r>
            <a:r>
              <a:rPr lang="en-US" sz="1100"/>
              <a:t>: Reflecting the critical nature of their work.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Impactful Work</a:t>
            </a:r>
            <a:r>
              <a:rPr lang="en-US" sz="1100"/>
              <a:t>: They protect organizations, individuals, and critical infrastructure from cyber threats.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22bdd7e328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5bda447f9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Popular Roles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Security Analyst</a:t>
            </a:r>
            <a:r>
              <a:rPr lang="en-US" sz="1100"/>
              <a:t>: Monitors systems for suspicious activity and vulnerabilities.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Penetration Tester</a:t>
            </a:r>
            <a:r>
              <a:rPr lang="en-US" sz="1100"/>
              <a:t>: Simulates cyberattacks to identify security gaps.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Incident Responder</a:t>
            </a:r>
            <a:r>
              <a:rPr lang="en-US" sz="1100"/>
              <a:t>: Manages and mitigates security breaches.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Security Architect</a:t>
            </a:r>
            <a:r>
              <a:rPr lang="en-US" sz="1100"/>
              <a:t>: Designs and implements secure systems and protocols.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Skills Needed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Networking</a:t>
            </a:r>
            <a:r>
              <a:rPr lang="en-US" sz="1100"/>
              <a:t>: Understanding network protocols, firewalls, and intrusion detection systems is fundamental.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Programming</a:t>
            </a:r>
            <a:r>
              <a:rPr lang="en-US" sz="1100"/>
              <a:t>: Languages like Python, Java, or C are useful for automation and scripting.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Problem-Solving</a:t>
            </a:r>
            <a:r>
              <a:rPr lang="en-US" sz="1100"/>
              <a:t>: Essential for troubleshooting security issues and devising solutions.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Career Benefits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High Demand</a:t>
            </a:r>
            <a:r>
              <a:rPr lang="en-US" sz="1100"/>
              <a:t>: Cybersecurity professionals are essential across industries.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Competitive Salaries</a:t>
            </a:r>
            <a:r>
              <a:rPr lang="en-US" sz="1100"/>
              <a:t>: Reflecting the critical nature of their work.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/>
              <a:t>Impactful Work</a:t>
            </a:r>
            <a:r>
              <a:rPr lang="en-US" sz="1100"/>
              <a:t>: They protect organizations, individuals, and critical infrastructure from cyber threats.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25bda447f9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2bdd7e328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Click on link to open try hack me dashboard for visual</a:t>
            </a:r>
            <a:endParaRPr/>
          </a:p>
        </p:txBody>
      </p:sp>
      <p:sp>
        <p:nvSpPr>
          <p:cNvPr id="191" name="Google Shape;191;g322bdd7e328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2bdd7e32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22bdd7e32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5b2b5e3c8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2d5b2b5e3c8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1fd835375_0_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11fd835375_0_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11fd835375_0_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11fd835375_0_8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11fd835375_0_8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11fd835375_0_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11fd835375_0_9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11fd835375_0_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1fd835375_0_9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11fd835375_0_9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11fd835375_0_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11fd835375_0_10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11fd835375_0_10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11fd835375_0_10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11fd835375_0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11fd835375_0_10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11fd835375_0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1fd835375_0_10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11fd835375_0_10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11fd835375_0_1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11fd835375_0_11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11fd835375_0_1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1fd835375_0_1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11fd835375_0_1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11fd835375_0_1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11fd835375_0_1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11fd835375_0_1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1fd835375_0_12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11fd835375_0_1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1fd835375_0_12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11fd835375_0_12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11fd835375_0_1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1fd835375_0_1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1fd835375_0_1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g311fd835375_0_1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7" name="Google Shape;57;g311fd835375_0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11fd835375_0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11fd835375_0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1fd835375_0_5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11fd835375_0_5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311fd835375_0_5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11fd835375_0_5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11fd835375_0_5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1fd835375_0_59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11fd835375_0_59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11fd835375_0_59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1fd835375_0_55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11fd835375_0_55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9" name="Google Shape;79;g311fd835375_0_5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11fd835375_0_5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11fd835375_0_5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1fd835375_0_56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11fd835375_0_56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5" name="Google Shape;85;g311fd835375_0_5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11fd835375_0_5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11fd835375_0_5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fd835375_0_5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11fd835375_0_56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11fd835375_0_56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11fd835375_0_5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11fd835375_0_5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11fd835375_0_5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1fd835375_0_57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11fd835375_0_57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g311fd835375_0_57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11fd835375_0_57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g311fd835375_0_57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g311fd835375_0_5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11fd835375_0_5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11fd835375_0_5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1fd835375_0_5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11fd835375_0_58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11fd835375_0_58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11fd835375_0_5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1fd835375_0_59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11fd835375_0_594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" name="Google Shape;112;g311fd835375_0_594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g311fd835375_0_59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11fd835375_0_59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11fd835375_0_59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1fd835375_0_60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11fd835375_0_601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g311fd835375_0_60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" name="Google Shape;120;g311fd835375_0_6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11fd835375_0_6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11fd835375_0_6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1fd835375_0_6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11fd835375_0_608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g311fd835375_0_6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11fd835375_0_6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11fd835375_0_6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1fd835375_0_61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11fd835375_0_61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g311fd835375_0_6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11fd835375_0_6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11fd835375_0_6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1fd835375_0_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11fd835375_0_8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11fd835375_0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fd835375_0_5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11fd835375_0_5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11fd835375_0_5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11fd835375_0_5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11fd835375_0_5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35CpcT2W3Gw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ryhackme.com/r/module/introduction-to-cyber-security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5b2b5e3c8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d5b2b5e3c8_0_0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2d5b2b5e3c8_0_0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2d5b2b5e3c8_0_0"/>
          <p:cNvSpPr txBox="1"/>
          <p:nvPr>
            <p:ph type="ctrTitle"/>
          </p:nvPr>
        </p:nvSpPr>
        <p:spPr>
          <a:xfrm>
            <a:off x="477981" y="1122363"/>
            <a:ext cx="4023300" cy="320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Intro to Cybersecurity</a:t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t/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Week 1</a:t>
            </a:r>
            <a:endParaRPr sz="4800"/>
          </a:p>
        </p:txBody>
      </p:sp>
      <p:sp>
        <p:nvSpPr>
          <p:cNvPr id="143" name="Google Shape;143;g2d5b2b5e3c8_0_0"/>
          <p:cNvSpPr/>
          <p:nvPr/>
        </p:nvSpPr>
        <p:spPr>
          <a:xfrm>
            <a:off x="481029" y="4546920"/>
            <a:ext cx="40233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d5b2b5e3c8_0_0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d5b2b5e3c8_0_0"/>
          <p:cNvSpPr txBox="1"/>
          <p:nvPr/>
        </p:nvSpPr>
        <p:spPr>
          <a:xfrm>
            <a:off x="380333" y="5155533"/>
            <a:ext cx="207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-US" sz="5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2d5b2b5e3c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47" name="Google Shape;147;g2d5b2b5e3c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7332" y="4687900"/>
            <a:ext cx="1461966" cy="1446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d5b2b5e3c8_0_0"/>
          <p:cNvSpPr/>
          <p:nvPr/>
        </p:nvSpPr>
        <p:spPr>
          <a:xfrm>
            <a:off x="5390033" y="0"/>
            <a:ext cx="7233300" cy="685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d5b2b5e3c8_0_0"/>
          <p:cNvSpPr/>
          <p:nvPr/>
        </p:nvSpPr>
        <p:spPr>
          <a:xfrm rot="10800000">
            <a:off x="4059000" y="0"/>
            <a:ext cx="3346600" cy="6858000"/>
          </a:xfrm>
          <a:prstGeom prst="flowChartOnlineStorag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2d5b2b5e3c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767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2bdd7e328_0_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https://commons.wikimedia.org/wiki/File:Confidentiality_Integrity_Availability_triangle.png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2bdd7e328_0_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What is Cybersecurity</a:t>
            </a:r>
            <a:endParaRPr/>
          </a:p>
        </p:txBody>
      </p:sp>
      <p:sp>
        <p:nvSpPr>
          <p:cNvPr id="157" name="Google Shape;157;g322bdd7e328_0_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22bdd7e328_0_0"/>
          <p:cNvSpPr txBox="1"/>
          <p:nvPr>
            <p:ph idx="1" type="body"/>
          </p:nvPr>
        </p:nvSpPr>
        <p:spPr>
          <a:xfrm>
            <a:off x="572500" y="2071300"/>
            <a:ext cx="64686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Definition:</a:t>
            </a:r>
            <a:r>
              <a:rPr lang="en-US" sz="2300"/>
              <a:t> The practice of protecting systems, networks, and data from digital attacks.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Goals of Cybersecurity:</a:t>
            </a:r>
            <a:r>
              <a:rPr lang="en-US" sz="2300"/>
              <a:t> Confidentiality, Integrity, Availability (CIA Triad).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Importance:</a:t>
            </a:r>
            <a:r>
              <a:rPr lang="en-US" sz="2300"/>
              <a:t> Safeguards personal, organizational, and national data.</a:t>
            </a:r>
            <a:br>
              <a:rPr lang="en-US" sz="2300"/>
            </a:b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59" name="Google Shape;159;g322bdd7e32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onfidentiality Integrity Availability triangle.png ..." id="160" name="Google Shape;160;g322bdd7e32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1100" y="2071300"/>
            <a:ext cx="4549800" cy="38279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2bdd7e328_0_1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22bdd7e328_0_1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Threats and Vulnerabilities</a:t>
            </a:r>
            <a:endParaRPr/>
          </a:p>
        </p:txBody>
      </p:sp>
      <p:sp>
        <p:nvSpPr>
          <p:cNvPr id="167" name="Google Shape;167;g322bdd7e328_0_1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22bdd7e328_0_10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Threats:</a:t>
            </a:r>
            <a:r>
              <a:rPr lang="en-US" sz="2300"/>
              <a:t> External dangers that can exploit vulnerabilities (e.g., malware, phishing).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Vulnerabilities:</a:t>
            </a:r>
            <a:r>
              <a:rPr lang="en-US" sz="2300"/>
              <a:t> Weaknesses in a system (e.g., outdated software, weak passwords).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Real-World Example:</a:t>
            </a:r>
            <a:r>
              <a:rPr lang="en-US" sz="2300"/>
              <a:t> Equifax data breach: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n-US" sz="2300"/>
              <a:t>Cause:</a:t>
            </a:r>
            <a:r>
              <a:rPr lang="en-US" sz="2300"/>
              <a:t> Unpatched vulnerability in web software.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n-US" sz="2300"/>
              <a:t>Impact:</a:t>
            </a:r>
            <a:r>
              <a:rPr lang="en-US" sz="2300"/>
              <a:t> Data of 147 million people exposed.</a:t>
            </a:r>
            <a:br>
              <a:rPr lang="en-US" sz="2300"/>
            </a:br>
            <a:endParaRPr sz="23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pic>
        <p:nvPicPr>
          <p:cNvPr id="169" name="Google Shape;169;g322bdd7e328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2bdd7e328_0_18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22bdd7e328_0_18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Careers in Cybersecurity</a:t>
            </a:r>
            <a:endParaRPr/>
          </a:p>
        </p:txBody>
      </p:sp>
      <p:sp>
        <p:nvSpPr>
          <p:cNvPr id="176" name="Google Shape;176;g322bdd7e328_0_18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22bdd7e328_0_18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Popular Roles: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Security Analyst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Penetration Tester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Incident Responder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Security Architect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Skills Needed:</a:t>
            </a:r>
            <a:r>
              <a:rPr lang="en-US" sz="2300"/>
              <a:t> Networking, programming, problem-solving.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Career Benefits:</a:t>
            </a:r>
            <a:r>
              <a:rPr lang="en-US" sz="2300"/>
              <a:t> High demand, competitive salaries, impactful work.</a:t>
            </a:r>
            <a:br>
              <a:rPr lang="en-US" sz="2300"/>
            </a:br>
            <a:endParaRPr sz="23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400" u="sng">
                <a:solidFill>
                  <a:schemeClr val="hlink"/>
                </a:solidFill>
                <a:hlinkClick r:id="rId3"/>
              </a:rPr>
              <a:t>A Day in the Life of an Ethical Hacker | Indeed</a:t>
            </a:r>
            <a:endParaRPr b="1" sz="24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pic>
        <p:nvPicPr>
          <p:cNvPr id="178" name="Google Shape;178;g322bdd7e328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5bda447f9_0_3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5bda447f9_0_3"/>
          <p:cNvSpPr txBox="1"/>
          <p:nvPr>
            <p:ph type="title"/>
          </p:nvPr>
        </p:nvSpPr>
        <p:spPr>
          <a:xfrm>
            <a:off x="585443" y="-353811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4700"/>
              <a:t>Careers in Cybersecurity</a:t>
            </a:r>
            <a:endParaRPr sz="3600"/>
          </a:p>
        </p:txBody>
      </p:sp>
      <p:sp>
        <p:nvSpPr>
          <p:cNvPr id="185" name="Google Shape;185;g325bda447f9_0_3"/>
          <p:cNvSpPr/>
          <p:nvPr/>
        </p:nvSpPr>
        <p:spPr>
          <a:xfrm>
            <a:off x="572500" y="1168200"/>
            <a:ext cx="9601200" cy="29672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30"/>
            </a:schemeClr>
          </a:solidFill>
          <a:ln cap="rnd" cmpd="sng" w="44450">
            <a:solidFill>
              <a:schemeClr val="accent2">
                <a:alpha val="7373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5bda447f9_0_3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pic>
        <p:nvPicPr>
          <p:cNvPr id="187" name="Google Shape;187;g325bda447f9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7750" y="-105300"/>
            <a:ext cx="1681549" cy="168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25bda447f9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976" y="1377550"/>
            <a:ext cx="8770476" cy="53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2bdd7e328_0_56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2bdd7e328_0_56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Hands-On Activity Overview</a:t>
            </a:r>
            <a:endParaRPr/>
          </a:p>
        </p:txBody>
      </p:sp>
      <p:sp>
        <p:nvSpPr>
          <p:cNvPr id="195" name="Google Shape;195;g322bdd7e328_0_5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22bdd7e328_0_56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Platform:</a:t>
            </a:r>
            <a:r>
              <a:rPr lang="en-US" sz="2300"/>
              <a:t> TryHackMe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u="sng">
                <a:solidFill>
                  <a:schemeClr val="hlink"/>
                </a:solidFill>
                <a:hlinkClick r:id="rId3"/>
              </a:rPr>
              <a:t>https://tryhackme.com/r/module/introduction-to-cyber-security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Activity:</a:t>
            </a:r>
            <a:r>
              <a:rPr lang="en-US" sz="2300"/>
              <a:t> Complete the "Introduction to Cyber Security" room.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Steps: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Follow instructor guidance for the first few sections.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Spend 15-20 minutes completing the room independently.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Share your progress and insights.</a:t>
            </a:r>
            <a:br>
              <a:rPr lang="en-US" sz="2300"/>
            </a:br>
            <a:endParaRPr b="1" sz="1100"/>
          </a:p>
        </p:txBody>
      </p:sp>
      <p:pic>
        <p:nvPicPr>
          <p:cNvPr id="197" name="Google Shape;197;g322bdd7e328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2bdd7e328_0_4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2bdd7e328_0_4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Debrief and Key Takeaways</a:t>
            </a:r>
            <a:endParaRPr/>
          </a:p>
        </p:txBody>
      </p:sp>
      <p:sp>
        <p:nvSpPr>
          <p:cNvPr id="204" name="Google Shape;204;g322bdd7e328_0_4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2bdd7e328_0_40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Key Learnings: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Importance of identifying and mitigating vulnerabilities.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Collaborative problem-solving is crucial in cybersecurity.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US" sz="2300"/>
              <a:t>Next Steps: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Explore more on TryHackMe.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Think about how cybersecurity applies to everyday life.</a:t>
            </a:r>
            <a:br>
              <a:rPr lang="en-US" sz="2300"/>
            </a:br>
            <a:r>
              <a:rPr b="1" lang="en-US" sz="2300"/>
              <a:t>Visual:</a:t>
            </a:r>
            <a:r>
              <a:rPr lang="en-US" sz="2300"/>
              <a:t> Checklist or key takeaways graphic.</a:t>
            </a:r>
            <a:endParaRPr sz="23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</p:txBody>
      </p:sp>
      <p:pic>
        <p:nvPicPr>
          <p:cNvPr id="206" name="Google Shape;206;g322bdd7e328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5b2b5e3c8_0_148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2d5b2b5e3c8_0_148"/>
          <p:cNvSpPr txBox="1"/>
          <p:nvPr>
            <p:ph idx="4294967295" type="title"/>
          </p:nvPr>
        </p:nvSpPr>
        <p:spPr>
          <a:xfrm>
            <a:off x="4024800" y="2567800"/>
            <a:ext cx="41424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Q&amp;A Session</a:t>
            </a:r>
            <a:endParaRPr/>
          </a:p>
        </p:txBody>
      </p:sp>
      <p:pic>
        <p:nvPicPr>
          <p:cNvPr id="213" name="Google Shape;213;g2d5b2b5e3c8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1fd835375_0_4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11fd835375_0_498"/>
          <p:cNvSpPr/>
          <p:nvPr/>
        </p:nvSpPr>
        <p:spPr>
          <a:xfrm>
            <a:off x="0" y="0"/>
            <a:ext cx="4890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11fd835375_0_498"/>
          <p:cNvSpPr txBox="1"/>
          <p:nvPr>
            <p:ph type="title"/>
          </p:nvPr>
        </p:nvSpPr>
        <p:spPr>
          <a:xfrm>
            <a:off x="840150" y="3367775"/>
            <a:ext cx="32004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22" name="Google Shape;222;g311fd835375_0_498"/>
          <p:cNvGrpSpPr/>
          <p:nvPr/>
        </p:nvGrpSpPr>
        <p:grpSpPr>
          <a:xfrm>
            <a:off x="75" y="202996"/>
            <a:ext cx="1910317" cy="709685"/>
            <a:chOff x="2267504" y="2540250"/>
            <a:chExt cx="1990951" cy="739640"/>
          </a:xfrm>
        </p:grpSpPr>
        <p:sp>
          <p:nvSpPr>
            <p:cNvPr id="223" name="Google Shape;223;g311fd835375_0_498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11fd835375_0_498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g311fd835375_0_498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11fd835375_0_498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chemeClr val="accent6">
              <a:alpha val="28627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g311fd835375_0_498"/>
          <p:cNvGrpSpPr/>
          <p:nvPr/>
        </p:nvGrpSpPr>
        <p:grpSpPr>
          <a:xfrm>
            <a:off x="4109417" y="5539799"/>
            <a:ext cx="975146" cy="975148"/>
            <a:chOff x="5829300" y="3162300"/>
            <a:chExt cx="532256" cy="532257"/>
          </a:xfrm>
        </p:grpSpPr>
        <p:sp>
          <p:nvSpPr>
            <p:cNvPr id="228" name="Google Shape;228;g311fd835375_0_498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11fd835375_0_498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11fd835375_0_498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11fd835375_0_498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11fd835375_0_498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11fd835375_0_498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11fd835375_0_498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11fd835375_0_498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11fd835375_0_498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11fd835375_0_498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11fd835375_0_498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11fd835375_0_498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11fd835375_0_498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311fd835375_0_498"/>
          <p:cNvGrpSpPr/>
          <p:nvPr/>
        </p:nvGrpSpPr>
        <p:grpSpPr>
          <a:xfrm>
            <a:off x="5410645" y="488575"/>
            <a:ext cx="6448735" cy="5856740"/>
            <a:chOff x="-73494" y="11035"/>
            <a:chExt cx="6448735" cy="5856740"/>
          </a:xfrm>
        </p:grpSpPr>
        <p:sp>
          <p:nvSpPr>
            <p:cNvPr id="242" name="Google Shape;242;g311fd835375_0_498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11fd835375_0_498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11fd835375_0_498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11fd835375_0_498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Join us for the next sessions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11fd835375_0_498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11fd835375_0_498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11fd835375_0_498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11fd835375_0_498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Thursdays: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11AM – 12PM  &amp; 2PM – 3PM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Friday: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3PM – 4PM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Monday: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12PM – 1PM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11fd835375_0_498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11fd835375_0_498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11fd835375_0_498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11fd835375_0_498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RSVP lu.ma/CODECRUNCH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311fd835375_0_498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11fd835375_0_498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11fd835375_0_498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11fd835375_0_498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8" name="Google Shape;258;g311fd835375_0_4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9369" y="4633800"/>
            <a:ext cx="1461966" cy="144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11fd835375_0_4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9351" y="1084525"/>
            <a:ext cx="2171899" cy="217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11fd835375_0_498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311fd835375_0_4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2024-09-23T23:44:58Z</dcterms:created>
  <dc:creator>Amilcar Pena</dc:creator>
</cp:coreProperties>
</file>